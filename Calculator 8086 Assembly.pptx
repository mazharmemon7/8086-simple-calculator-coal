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8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490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96C7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223760" y="-274320"/>
            <a:ext cx="2743200" cy="2743200"/>
          </a:xfrm>
          <a:prstGeom prst="ellipse">
            <a:avLst/>
          </a:prstGeom>
          <a:solidFill>
            <a:srgbClr val="7EC8E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Calculator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226771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8086 Assembly Language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Project Report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Mazhar Ali , </a:t>
            </a:r>
            <a:r>
              <a:rPr lang="en-US" sz="1100" dirty="0" err="1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Shahzabib</a:t>
            </a: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Kamran, M Saad|  Tool: EMU8086  |  Subject: COAL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 &amp; Assembly Language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566160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789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7033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presents a Simple Calculator developed using 8086 Assembly Language. It performs basic arithmetic operations — addition, subtraction, multiplication, and division. The project demonstrates low-level programming: registers, arithmetic instructions, loops, and DOS interrupts. Developed in EMU8086 for educational purposes.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4206240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1508760"/>
            <a:ext cx="39319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 (Computer Organization &amp; Assembly Language)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how computers operate internally.
Assembly language programming provides direct interaction with processor instructions and memory.
</a:t>
            </a: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developed to understand:
</a:t>
            </a: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Arithmetic operations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Input/output handling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Processor instruction execution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the 8086 microprocessor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FFF3CD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972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24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05840" y="131673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find it difficult to understand how arithmetic operations are performed at the processor level. This project solves that by implementing a calculator using Assembly Language instructions and registers.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65760" y="210312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103120"/>
            <a:ext cx="269748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267712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32688" y="22402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30352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8086 Assembly Language programming in depth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00400" y="210312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0" y="2103120"/>
            <a:ext cx="269748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267712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67328" y="22402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Instructions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64992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ADD, SUB, MUL, DIV instructions work at CPU level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035040" y="2103120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035040" y="2103120"/>
            <a:ext cx="269748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26771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601968" y="224028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Interrupts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199632" y="2670048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user input/output using INT 21H DOS interrupts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365760" y="349300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365760" y="3493008"/>
            <a:ext cx="269748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657600"/>
            <a:ext cx="34747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2688" y="363016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530352" y="405993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logical thinking and low-level problem-solving skills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200400" y="349300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3200400" y="3493008"/>
            <a:ext cx="269748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657600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767328" y="363016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 Practice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364992" y="405993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experience with the EMU8086 emulator environment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6035040" y="3493008"/>
            <a:ext cx="2697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6035040" y="3493008"/>
            <a:ext cx="269748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657600"/>
            <a:ext cx="347472" cy="3474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601968" y="363016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199632" y="4059936"/>
            <a:ext cx="2368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useful lab/viva demonstration for COAL students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Technologies &amp; System Requirements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4114800" cy="3840480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4114800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60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Tools &amp; Technologies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" y="1508760"/>
            <a:ext cx="3886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" y="1508760"/>
            <a:ext cx="54864" cy="71323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 Emulator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debug 8086 assembly programs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" y="2331720"/>
            <a:ext cx="3886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" y="2331720"/>
            <a:ext cx="54864" cy="71323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2404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Assembly Language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2679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low-level programming language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" y="3154680"/>
            <a:ext cx="3886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3154680"/>
            <a:ext cx="54864" cy="71323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32278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Interrupts (INT 21H)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input/output operations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" y="3977640"/>
            <a:ext cx="388620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" y="3977640"/>
            <a:ext cx="54864" cy="71323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1792" y="4050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&amp; Arithmetic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4325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AX, BX, CX, DX + ADD/SUB/MUL/DIV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98755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987552"/>
            <a:ext cx="4114800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1060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System Requirements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1828800"/>
            <a:ext cx="3840480" cy="420624"/>
          </a:xfrm>
          <a:prstGeom prst="rect">
            <a:avLst/>
          </a:prstGeom>
          <a:solidFill>
            <a:srgbClr val="E0F4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18836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/ Laptop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206654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modern PC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331720"/>
            <a:ext cx="3840480" cy="420624"/>
          </a:xfrm>
          <a:prstGeom prst="rect">
            <a:avLst/>
          </a:prstGeom>
          <a:solidFill>
            <a:srgbClr val="E0F4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9472" y="2386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256946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GB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3264408"/>
            <a:ext cx="3840480" cy="420624"/>
          </a:xfrm>
          <a:prstGeom prst="rect">
            <a:avLst/>
          </a:prstGeom>
          <a:solidFill>
            <a:srgbClr val="E0F4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19472" y="3319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 Emulator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19472" y="350215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8086 processor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3767328"/>
            <a:ext cx="3840480" cy="420624"/>
          </a:xfrm>
          <a:prstGeom prst="rect">
            <a:avLst/>
          </a:prstGeom>
          <a:solidFill>
            <a:srgbClr val="E0F4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19472" y="3822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40050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EMU8086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– Step-by-Step Execution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724912" cy="1783080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724912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0642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Prompt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" y="1645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'Enter First Number' message using INT 21H / AH=09H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72384" y="1783080"/>
            <a:ext cx="128016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27248" y="1673352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960120"/>
            <a:ext cx="2724912" cy="1783080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24912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10642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58768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 Input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328416" y="1645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single-digit input with INT 21H / AH=01H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25312" y="1783080"/>
            <a:ext cx="128016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80176" y="1673352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53328" y="960120"/>
            <a:ext cx="2724912" cy="1783080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53328" y="960120"/>
            <a:ext cx="2724912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63056" y="110642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63056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11696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Prompt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181344" y="164592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'Enter Second Number' message to the user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2971800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47472" y="2971800"/>
            <a:ext cx="2724912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11810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Second Input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75488" y="36576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second digit; subtract 48 for ASCII→numeric conversion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072384" y="3794760"/>
            <a:ext cx="128016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27248" y="3685032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2971800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200400" y="2971800"/>
            <a:ext cx="2724912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310128" y="311810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10128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58768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Operation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3328416" y="36576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ADD / SUB / MUL / DIV on the two register values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25312" y="3794760"/>
            <a:ext cx="128016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980176" y="3685032"/>
            <a:ext cx="73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96C7"/>
                </a:solidFill>
              </a:rPr>
              <a:t>▶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53328" y="2971800"/>
            <a:ext cx="2724912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053328" y="2971800"/>
            <a:ext cx="2724912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163056" y="311810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63056" y="3118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711696" y="315468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181344" y="3657600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48 to convert back to ASCII; output with INT 21H / AH=02H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8086 Assembly Language Source Code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7665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operation between two single-digit numbers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4069080" cy="2176272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4632" y="1097280"/>
            <a:ext cx="37947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.model small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.stack 100h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msg1 db 'Enter First Number: $'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msg2 db 13,10,'Enter Second Number: $'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msg3 db 13,10,'Addition Result: $'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num1 db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num2 db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db 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.code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proc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ax,@data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ds,ax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727448" y="987552"/>
            <a:ext cx="4069080" cy="3566160"/>
          </a:xfrm>
          <a:prstGeom prst="rect">
            <a:avLst/>
          </a:prstGeom>
          <a:solidFill>
            <a:srgbClr val="1E3A5F"/>
          </a:solidFill>
          <a:ln w="19050">
            <a:solidFill>
              <a:srgbClr val="0096C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64608" y="1097280"/>
            <a:ext cx="379476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Display msg1 &amp; read num1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 dx,msg1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ah,09h  ;  INT 21H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21h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ah,01h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21h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 al,48   ; ASCII → num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num1,al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Read num2 (same pattern)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...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Perform Addition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al,num1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al,num2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result,al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; Print 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al,result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al,48   ; num → ASCII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dl,al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ah,02h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21h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 ah,4ch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21h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endp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main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3273552"/>
            <a:ext cx="4069080" cy="310896"/>
          </a:xfrm>
          <a:prstGeom prst="rect">
            <a:avLst/>
          </a:prstGeom>
          <a:solidFill>
            <a:srgbClr val="E0F4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3328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al,48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3328416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ASCII digit to numeric value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3621024"/>
            <a:ext cx="4069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36758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al,48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3675888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result back to ASCII for display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968496"/>
            <a:ext cx="4069080" cy="310896"/>
          </a:xfrm>
          <a:prstGeom prst="rect">
            <a:avLst/>
          </a:prstGeom>
          <a:solidFill>
            <a:srgbClr val="E0F4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4023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21H / AH=09H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402336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a string terminated with '$'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315968"/>
            <a:ext cx="4069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21H / AH=01H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74520" y="4370832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single character from keyboard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&amp; Register Execution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4023360" cy="2103120"/>
          </a:xfrm>
          <a:prstGeom prst="rect">
            <a:avLst/>
          </a:prstGeom>
          <a:solidFill>
            <a:srgbClr val="0D1117"/>
          </a:solidFill>
          <a:ln w="1905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93776" y="1060704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060704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05840" y="1060704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88720" y="10424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EMU8086 Console Output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37673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calculator.exe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First Number:  4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Second Number: 3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Addition Result: 7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_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3200400"/>
            <a:ext cx="4023360" cy="1645920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32735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Conversion Explained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621024"/>
            <a:ext cx="37490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'4' → ASCII 52 → SUB 48 → numeric 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'3' → ASCII 51 → SUB 48 → numeric 3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4 + 3 = 7 (numeric)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+ 48 = ASCII 55 → Display '7'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87552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3440" y="987552"/>
            <a:ext cx="4114800" cy="54864"/>
          </a:xfrm>
          <a:prstGeom prst="rect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00600" y="10607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Execution Flow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73168" y="1508760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73168" y="150876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85232" y="154533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@data segment address → MOV AX,@data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73168" y="1911096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73168" y="191109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85232" y="194767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data segment → MOV DS,AX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73168" y="2313432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73168" y="231343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85232" y="235000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AH=09H → select 'print string' DOS function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715768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73168" y="271576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85232" y="2752344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← keyboard input via INT 21H AH=01H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3118104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73168" y="311810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85232" y="315468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AL,48 converts ASCII to numeric value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73168" y="3520440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73168" y="352044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85232" y="3557016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AL,num2 → arithmetic result stored in AL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73168" y="3922776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392277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85232" y="3959352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DL,AL → prepare for single-char output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73168" y="4325112"/>
            <a:ext cx="438912" cy="310896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73168" y="432511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85232" y="4361688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AH=4CH → terminate program via INT 21H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69264"/>
            <a:ext cx="4114800" cy="3474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75488" y="969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" y="1389888"/>
            <a:ext cx="4114800" cy="777240"/>
          </a:xfrm>
          <a:prstGeom prst="rect">
            <a:avLst/>
          </a:prstGeom>
          <a:solidFill>
            <a:srgbClr val="E0F4FF"/>
          </a:solidFill>
          <a:ln w="635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5488" y="1463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Friendly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structure makes it easy for COAL students to understand and follow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2258568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331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Processor-Level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exactly how a CPU performs arithmetic using registers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4114800" cy="777240"/>
          </a:xfrm>
          <a:prstGeom prst="rect">
            <a:avLst/>
          </a:prstGeom>
          <a:solidFill>
            <a:srgbClr val="E0F4FF"/>
          </a:solidFill>
          <a:ln w="635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Understanding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456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AX, AL, DX registers and segment addressing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3995928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4069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Viva Ready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4325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demonstration tool for lab sessions and viva voce exams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969264"/>
            <a:ext cx="4114800" cy="34747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09744" y="9692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81728" y="1389888"/>
            <a:ext cx="4114800" cy="777240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9744" y="146304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9744" y="17190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handle digits 0–9; no multi-digit number support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2258568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09744" y="233172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Interface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9744" y="2587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GUI; purely text-based console output in DOS environment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3127248"/>
            <a:ext cx="4114800" cy="777240"/>
          </a:xfrm>
          <a:prstGeom prst="rect">
            <a:avLst/>
          </a:prstGeom>
          <a:solidFill>
            <a:srgbClr val="FFF5F5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09744" y="32004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 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9744" y="34564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code only demonstrates addition; full operations need extension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81728" y="3995928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9744" y="4069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Handling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09744" y="4325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validation for invalid characters or division by zero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6012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2724912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66344" y="110642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6344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4984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Multi-Digit Numbers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3677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input handling to support numbers beyond single digits using memory buffers and loop-based parsing.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0" y="960120"/>
            <a:ext cx="2724912" cy="54864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19272" y="1106424"/>
            <a:ext cx="457200" cy="457200"/>
          </a:xfrm>
          <a:prstGeom prst="ellipse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9272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67912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Operations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28416" y="163677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subtraction, multiplication (MUL) and division (DIV) with proper result display and sign handling.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53328" y="96012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960120"/>
            <a:ext cx="2724912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72200" y="1106424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1106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14300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Calculator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81344" y="163677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trigonometric, logarithm, and power operations using FPU (8087) co-processor instructions.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472" y="292608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47472" y="2926080"/>
            <a:ext cx="2724912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" y="3072384"/>
            <a:ext cx="457200" cy="457200"/>
          </a:xfrm>
          <a:prstGeom prst="ellipse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4984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" y="360273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validation for non-numeric inputs, division-by-zero detection, and overflow checks with friendly messages.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0" y="292608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0" y="2926080"/>
            <a:ext cx="2724912" cy="54864"/>
          </a:xfrm>
          <a:prstGeom prst="rect">
            <a:avLst/>
          </a:prstGeom>
          <a:solidFill>
            <a:srgbClr val="023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9272" y="3072384"/>
            <a:ext cx="457200" cy="457200"/>
          </a:xfrm>
          <a:prstGeom prst="ellipse">
            <a:avLst/>
          </a:prstGeom>
          <a:solidFill>
            <a:srgbClr val="023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9272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67912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Interface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28416" y="360273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graphical user interface using BIOS video interrupts or port the project to a higher-level language.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053328" y="2926080"/>
            <a:ext cx="2724912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53328" y="2926080"/>
            <a:ext cx="2724912" cy="54864"/>
          </a:xfrm>
          <a:prstGeom prst="rect">
            <a:avLst/>
          </a:prstGeom>
          <a:solidFill>
            <a:srgbClr val="023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172200" y="3072384"/>
            <a:ext cx="457200" cy="457200"/>
          </a:xfrm>
          <a:prstGeom prst="ellipse">
            <a:avLst/>
          </a:prstGeom>
          <a:solidFill>
            <a:srgbClr val="023E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7220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20840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Optimization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81344" y="3602736"/>
            <a:ext cx="24871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code to minimize register usage and stack operations, demonstrating efficient low-level programming.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Questions &amp; Answers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987552"/>
            <a:ext cx="4160520" cy="1261872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60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Why is 48 subtracted from input?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digit '0' = 48, '1' = 49, etc. Subtracting 48 converts the ASCII character code into its actual numeric value for arithmetic operations.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90872" y="987552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90872" y="987552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8888" y="10607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interrupt is used for output?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18888" y="1389888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21H is the DOS interrupt used for all I/O operations. With AH=09H it prints a string; with AH=02H it outputs a single character.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340864"/>
            <a:ext cx="4160520" cy="1261872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" y="2340864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is the purpose of AH=09H?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" y="274320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AH=09H selects the 'Display String' function of INT 21H. It prints a '$'-terminated string stored at the address in DX register.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90872" y="2340864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90872" y="2340864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41401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Which emulator is used for 8086 Assembly?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18888" y="2743200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 is the most commonly used emulator. It simulates the full 8086 CPU environment including registers, memory, and DOS interrupts.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3694176"/>
            <a:ext cx="4160520" cy="1261872"/>
          </a:xfrm>
          <a:prstGeom prst="rect">
            <a:avLst/>
          </a:prstGeom>
          <a:solidFill>
            <a:srgbClr val="E0F4FF"/>
          </a:solidFill>
          <a:ln w="127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694176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5488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What is the role of the DS register?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409651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(Data Segment) register holds the base address of the data segment. MOV DS,AX initializes it so the program can access variables in .data section.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90872" y="3694176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EC8E3"/>
            </a:solidFill>
            <a:prstDash val="solid"/>
          </a:ln>
          <a:effectLst>
            <a:outerShdw blurRad="508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90872" y="3694176"/>
            <a:ext cx="54864" cy="1261872"/>
          </a:xfrm>
          <a:prstGeom prst="rect">
            <a:avLst/>
          </a:prstGeom>
          <a:solidFill>
            <a:srgbClr val="0096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3767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23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Q6: What does 'sub al,48' do exactly?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18888" y="4096512"/>
            <a:ext cx="3931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performs AL = AL − 48 at the byte level. Since ASCII '0'=48, this maps character input to integer 0–9 for proper arithmetic in the ALU.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3E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3200400"/>
            <a:ext cx="3200400" cy="3200400"/>
          </a:xfrm>
          <a:prstGeom prst="ellipse">
            <a:avLst/>
          </a:prstGeom>
          <a:solidFill>
            <a:srgbClr val="0096C7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3200400" cy="3200400"/>
          </a:xfrm>
          <a:prstGeom prst="ellipse">
            <a:avLst/>
          </a:prstGeom>
          <a:solidFill>
            <a:srgbClr val="7EC8E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2148840"/>
          </a:xfrm>
          <a:prstGeom prst="rect">
            <a:avLst/>
          </a:prstGeom>
          <a:solidFill>
            <a:srgbClr val="0096C7">
              <a:alpha val="15000"/>
            </a:srgbClr>
          </a:solidFill>
          <a:ln w="12700">
            <a:solidFill>
              <a:srgbClr val="7EC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207008"/>
            <a:ext cx="7644384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Calculator project successfully demonstrates the implementation of arithmetic operations using 8086 Assembly Language. Through this project we gained hands-on experience with processor-level programming, understanding how the CPU uses registers like AX, AL, and DX to carry out computations.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of DOS interrupts (INT 21H) for input and output, combined with ASCII-to-numeric conversion, illustrates the real-world application of low-level programming concepts taught in COAL.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456432"/>
            <a:ext cx="274320" cy="27432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are the CPU's working memory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3456432"/>
            <a:ext cx="274320" cy="27432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56632" y="3401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21H handles all console I/O in DOS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96512"/>
            <a:ext cx="274320" cy="27432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6112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arithmetic enables user-readable output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4096512"/>
            <a:ext cx="274320" cy="274320"/>
          </a:xfrm>
          <a:prstGeom prst="ellipse">
            <a:avLst/>
          </a:prstGeom>
          <a:solidFill>
            <a:srgbClr val="7EC8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56632" y="4041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EMU8086 makes 8086 programming accessible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EC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Mazhar Ali  |  Subject: COAL  |  EMU8086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Microsoft Office PowerPoint</Application>
  <PresentationFormat>On-screen Show (16:9)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Calculator – 8086 Assembly Language</dc:title>
  <dc:subject>PptxGenJS Presentation</dc:subject>
  <dc:creator>Mazhar Ali</dc:creator>
  <cp:lastModifiedBy>AHMED here</cp:lastModifiedBy>
  <cp:revision>2</cp:revision>
  <dcterms:created xsi:type="dcterms:W3CDTF">2026-05-21T23:12:38Z</dcterms:created>
  <dcterms:modified xsi:type="dcterms:W3CDTF">2026-05-21T23:19:06Z</dcterms:modified>
</cp:coreProperties>
</file>